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5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72B3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25000 — SQuaRE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la Calidad del Software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ISO/IEC 25010:2018 a ISO/IEC 25010:2023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Adaptando los modelos de calidad a la nueva era del desarrollo de sistemas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5120640"/>
            <a:ext cx="1463040" cy="0"/>
          </a:xfrm>
          <a:prstGeom prst="line">
            <a:avLst/>
          </a:prstGeom>
          <a:noFill/>
          <a:ln w="38100">
            <a:solidFill>
              <a:srgbClr val="E876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F8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ISO/IEC 25010?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 la calidad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producto de software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Requirements and Evaluation — familia de normas ISO/IEC 25000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6766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53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74920" y="1133856"/>
            <a:ext cx="146304" cy="146304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10789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0" y="1481328"/>
            <a:ext cx="6172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 modelo de calidad para productos de software y sistemas: características y subcaracterísticas para evaluar su excelencia.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697480"/>
            <a:ext cx="6766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5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74920" y="2916936"/>
            <a:ext cx="146304" cy="14630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28620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3264408"/>
            <a:ext cx="6172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parte de la serie que regula requisitos y evaluación de la calidad de sistemas y software.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4480560"/>
            <a:ext cx="6766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5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74920" y="4700016"/>
            <a:ext cx="146304" cy="146304"/>
          </a:xfrm>
          <a:prstGeom prst="ellipse">
            <a:avLst/>
          </a:prstGeom>
          <a:solidFill>
            <a:srgbClr val="0B3D56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464515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5047488"/>
            <a:ext cx="6172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 vocabulario común y un marco estandarizado para desarrolladores, evaluadores y clientes.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CLÁSICO (2011 / 2018)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estábamos? 8 características fundamentales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B3D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Funcional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55848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B3D56"/>
          </a:solidFill>
          <a:ln/>
        </p:spPr>
      </p:sp>
      <p:sp>
        <p:nvSpPr>
          <p:cNvPr id="9" name="Shape 7"/>
          <p:cNvSpPr/>
          <p:nvPr/>
        </p:nvSpPr>
        <p:spPr>
          <a:xfrm>
            <a:off x="3538728" y="1783080"/>
            <a:ext cx="502920" cy="50292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38728" y="2514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Desempeño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63056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B3D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345936" y="1783080"/>
            <a:ext cx="502920" cy="50292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45936" y="2514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70264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B3D5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53144" y="1783080"/>
            <a:ext cx="502920" cy="50292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18" name="Text 16"/>
          <p:cNvSpPr/>
          <p:nvPr/>
        </p:nvSpPr>
        <p:spPr>
          <a:xfrm>
            <a:off x="9153144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53144" y="2514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B3D5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4754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355848" y="38404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B3D56"/>
          </a:solidFill>
          <a:ln/>
        </p:spPr>
      </p:sp>
      <p:sp>
        <p:nvSpPr>
          <p:cNvPr id="25" name="Shape 23"/>
          <p:cNvSpPr/>
          <p:nvPr/>
        </p:nvSpPr>
        <p:spPr>
          <a:xfrm>
            <a:off x="3538728" y="4023360"/>
            <a:ext cx="502920" cy="50292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26" name="Text 24"/>
          <p:cNvSpPr/>
          <p:nvPr/>
        </p:nvSpPr>
        <p:spPr>
          <a:xfrm>
            <a:off x="3538728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38728" y="4754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63056" y="38404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B3D56"/>
          </a:solidFill>
          <a:ln/>
        </p:spPr>
      </p:sp>
      <p:sp>
        <p:nvSpPr>
          <p:cNvPr id="29" name="Shape 27"/>
          <p:cNvSpPr/>
          <p:nvPr/>
        </p:nvSpPr>
        <p:spPr>
          <a:xfrm>
            <a:off x="6345936" y="4023360"/>
            <a:ext cx="502920" cy="50292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30" name="Text 28"/>
          <p:cNvSpPr/>
          <p:nvPr/>
        </p:nvSpPr>
        <p:spPr>
          <a:xfrm>
            <a:off x="6345936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45936" y="4754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970264" y="38404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B3D56"/>
          </a:solidFill>
          <a:ln/>
        </p:spPr>
      </p:sp>
      <p:sp>
        <p:nvSpPr>
          <p:cNvPr id="33" name="Shape 31"/>
          <p:cNvSpPr/>
          <p:nvPr/>
        </p:nvSpPr>
        <p:spPr>
          <a:xfrm>
            <a:off x="9153144" y="4023360"/>
            <a:ext cx="502920" cy="50292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34" name="Text 32"/>
          <p:cNvSpPr/>
          <p:nvPr/>
        </p:nvSpPr>
        <p:spPr>
          <a:xfrm>
            <a:off x="9153144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53144" y="4754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EN EL ECOSISTEMA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era necesaria una actualización?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072B3D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más complejos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Auge de IoT, Inteligencia Artificial y arquitecturas nativas en la nube.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072B3D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expandida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468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ya no solo interactúa con humanos, sino de máquina a máquina (M2M).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072B3D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60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amenazas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incremento exponencial de ataques cibernéticos exige seguridad más robusta.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393192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072B3D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160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/ DevOps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47091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calidad en ciclos de entrega continua, con flexibilidad y resiliencia.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NOVEDADES 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visión modernizada de la calidad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6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Renombramiento y ajuste de conceptos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características y subcaracterísticas fueron renombradas para abarcar sistemas modernos (hardware + software).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B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7523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“Usabilidad” a “Capacidad de Interacción”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34440" y="31363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paradigma para incluir no solo interfaces humanas, sino cómo los sistemas interactúan en un ecosistema más amplio.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5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9227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(Seguridad física / humana)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34440" y="43068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diferenciación de características que previenen riesgos a la vida, propiedad o medio ambiente — clave en software médico, automotriz e 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E6BA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93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de subcaracterísticas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34440" y="547725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eliminar ambigüedades en áreas como Mantenibilidad y Fiabilidad.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MODELOS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las características principales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576072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cambio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de Interacción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amplía más allá del usuario humano (incluye interfaces de sistemas).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(Security)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(refinada)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Subcaracterísticas alineadas a arquitecturas de confianza cero y privacidad de datos.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Portabilidad / Flexibilidad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foco en la adaptabilidad a entornos cloud y contenedores.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Fiabilidad y Resiliencia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peso a la capacidad de recuperación autónoma ante fallos.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CICLO DE VIDA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afecta esto a los equipos de desarrollo?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53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876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(Arquitectura)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diseñar pensando en la escalabilidad y la interacción desde el día cero.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53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8B8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(QA)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automatizadas deben incluir nuevos vectores de la versión 2023, como la resiliencia de microservicios.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53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B3D56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certificadas bajo la norma anterior deberán actualizar sus matrices de evaluación y métricas de calidad.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LA TRANSICIÓN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adoptar la versión 2023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5F8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137160" cy="137160"/>
          </a:xfrm>
          <a:prstGeom prst="roundRect">
            <a:avLst/>
          </a:prstGeom>
          <a:solidFill>
            <a:srgbClr val="E8763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20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tecnológica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software se evalúa bajo estándares que entienden la nube, la IA y el IoT.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73736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5F8F9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011680"/>
            <a:ext cx="137160" cy="137160"/>
          </a:xfrm>
          <a:prstGeom prst="roundRect">
            <a:avLst/>
          </a:prstGeom>
          <a:solidFill>
            <a:srgbClr val="2E8B8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 de riesgos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63640" y="237744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seguridad y safety más rigurosos, reduciendo vulnerabilidades.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5F8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206240"/>
            <a:ext cx="137160" cy="137160"/>
          </a:xfrm>
          <a:prstGeom prst="roundRect">
            <a:avLst/>
          </a:prstGeom>
          <a:solidFill>
            <a:srgbClr val="0B3D5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14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conformidad con el estándar más reciente genera mayor confianza en clientes B2B.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393192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5F8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4206240"/>
            <a:ext cx="137160" cy="137160"/>
          </a:xfrm>
          <a:prstGeom prst="roundRect">
            <a:avLst/>
          </a:prstGeom>
          <a:solidFill>
            <a:srgbClr val="8E6BA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114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actualizado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63640" y="457200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comunicación entre negocio, desarrollo y operaciones (DevOps).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72B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próximos pasos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evolución de 2018 a 2023 no es un simple cambio cosmético: refleja cómo el software maduró de ser una “herramienta” a ser el “motor” de los sistemas críticos.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— PRÓXIMOS PASOS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30815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los requisitos actuales del producto contra el nuevo estándar 2023.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85876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las métricas de QA (Quality Assurance).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411480" cy="411480"/>
          </a:xfrm>
          <a:prstGeom prst="ellipse">
            <a:avLst/>
          </a:prstGeom>
          <a:solidFill>
            <a:srgbClr val="E876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6360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al equipo técnico en los nuevos conceptos, especialmente Capacidad de Interacción.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2026-08-10T02:03:41Z</dcterms:created>
  <dcterms:modified xsi:type="dcterms:W3CDTF">2026-08-10T02:03:41Z</dcterms:modified>
</cp:coreProperties>
</file>