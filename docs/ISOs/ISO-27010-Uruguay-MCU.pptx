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920240"/>
            <a:ext cx="5212080" cy="5212080"/>
          </a:xfrm>
          <a:prstGeom prst="ellipse">
            <a:avLst/>
          </a:prstGeom>
          <a:solidFill>
            <a:srgbClr val="092A49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663440"/>
            <a:ext cx="2468880" cy="246888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AGESIC · CERTuy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Crítica y Seguridad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Inter-organizacional en Uruguay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Mapeando la ISO/IEC 27010 con el Marco de Ciberseguridad de Uruguay (MCU) y el cumplimiento legal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463040" cy="0"/>
          </a:xfrm>
          <a:prstGeom prst="line">
            <a:avLst/>
          </a:prstGeom>
          <a:noFill/>
          <a:ln w="38100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URUGUAYO (MCU Y AGESIC)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Alineando estándares internacionales con la realidad nacional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11096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562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Ciberseguridad (MCU)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AGESIC, establece las bases para que organismos del Estado y empresas privadas protejan sus activos de información.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447288"/>
            <a:ext cx="146304" cy="146304"/>
          </a:xfrm>
          <a:prstGeom prst="ellipse">
            <a:avLst/>
          </a:prstGeom>
          <a:solidFill>
            <a:srgbClr val="3C91B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924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conexión con ISO 27010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37764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uruguayo es un ecosistema interconectado (Plataforma de Interoperabilidad). DGI, BPS y MSP intercambian datos constantemente; la norma guía cómo asegurar esas comunicaciones inter-organizacionales.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64024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983480"/>
            <a:ext cx="146304" cy="146304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92861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la infraestructura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5312664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desplegar arquitecturas modernas (Cloud, Kubernetes) sin violar la soberanía de los datos nacionales?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LEGAL FUNDAMENTAL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juego tecnológico en Uruguay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diseñar una arquitectura cloud en Uruguay, la infraestructura debe cumplir con pilares legales estrictos: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092A49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N.º 18.331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Personales — “Habeas Data”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cómo se almacena y transfiere la información personal. Obliga a garantizar niveles de seguridad adecuados.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092A49"/>
          </a:solidFill>
          <a:ln w="12700">
            <a:solidFill>
              <a:srgbClr val="3C91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de los datos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6791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alojamiento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(ej. historias clínicas del HCEN) no pueden alojarse fuera de Uruguay sin garantías adecuadas — ej. Data Center de Antel en Pando o nubes privadas.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092A49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40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crítica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67919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Normativas gestionadas por CERTuy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0" y="32004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Obligan a operadores de energía, telecomunicaciones y salud a notificar incidentes y tener planes de recuperación.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HÍBRIDAS Y SOBERANÍA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cloud vs. cumplimiento legal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dilema: la nube pública ofrece máxima escalabilidad, pero la ley uruguaya exige control territorial para ciertos datos sensibles.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846320" cy="3566160"/>
          </a:xfrm>
          <a:prstGeom prst="roundRect">
            <a:avLst>
              <a:gd name="adj" fmla="val 2308"/>
            </a:avLst>
          </a:prstGeom>
          <a:solidFill>
            <a:srgbClr val="F5F8FA"/>
          </a:solidFill>
          <a:ln w="19050">
            <a:solidFill>
              <a:srgbClr val="3C91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(Uruguay)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con información personal identificable (PII) alojadas en centros de datos locales (Tierra de Antel), cumpliendo la Ley 18.331.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2011680"/>
            <a:ext cx="4846320" cy="3566160"/>
          </a:xfrm>
          <a:prstGeom prst="roundRect">
            <a:avLst>
              <a:gd name="adj" fmla="val 2308"/>
            </a:avLst>
          </a:prstGeom>
          <a:solidFill>
            <a:srgbClr val="F5F8FA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2240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26974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presentación y microservicios sin estado (stateless) que autoescalan en la nube pública para absorber picos de tráfico.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4343400"/>
            <a:ext cx="3337560" cy="594360"/>
          </a:xfrm>
          <a:prstGeom prst="roundRect">
            <a:avLst>
              <a:gd name="adj" fmla="val 49231"/>
            </a:avLst>
          </a:prstGeom>
          <a:solidFill>
            <a:srgbClr val="0D3B66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434340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Túneles seguros (ISO 27010)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Site-to-Site o enlaces dedicados con cifrado fuerte entre el clúster local y la nube internacional.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EN EL ECOSISTEMA DEL ESTADO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 de confianza con la Plataforma de Interoperabilidad (PDI)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(Namespaces)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estricta de cargas de trabajo: el servicio que consulta datos a DGI no comparte memoria ni red con el que procesa pagos.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5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3C91B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legal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exige saber “quién accedió a qué”. Los Service Meshes (Istio) generan un registro inalterable de cada petición inter-organizacional.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5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5740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D3B6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obligatorio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 extremo a extremo dentro del propio clúster para cumplir con los estándares del MCU.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(IaC) PARA AUDITORÍAS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Demostrando cumplimiento ante la URCDP y AGESIC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092A49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las auditorías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URCDP audita una plataforma, verificar configuraciones manuales de servidores es lento y propenso a errores.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092A49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3C91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862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topología en código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3218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y políticas de acceso de bases de datos uruguayas quedan escritas en Terraform.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092A4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78808"/>
            <a:ext cx="548640" cy="548640"/>
          </a:xfrm>
          <a:prstGeom prst="ellipse">
            <a:avLst/>
          </a:prstGeom>
          <a:solidFill>
            <a:srgbClr val="3C91B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069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54480" y="442569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un incidente reportado al CERTuy, el historial de Git muestra exactamente quién y cuándo modificó una regla que causó la brecha.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157216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092A4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5385816"/>
            <a:ext cx="548640" cy="548640"/>
          </a:xfrm>
          <a:prstGeom prst="ellipse">
            <a:avLst/>
          </a:prstGeom>
          <a:solidFill>
            <a:srgbClr val="3C91B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85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5276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ante desastres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554480" y="56327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ataque de ransomware local, Terraform permite reconstruir la infraestructura crítica en minutos.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Y EL SECTOR ESTRATÉGICO (ENERGÍA Y SALUD)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ciberataque afecta el mundo real en Uruguay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la lupa del MCU, infraestructuras como la red eléctrica (UTE) o la Historia Clínica Electrónica Nacional (HCEN) requieren un enfoque de Safety.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5F8F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 la red de TI (sistemas administrativos) de la red OT (sistemas de control industrial y SCADA de UTE) mediante políticas de red estrictas.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22860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5F8FA"/>
          </a:solidFill>
          <a:ln w="15875">
            <a:solidFill>
              <a:srgbClr val="3C91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651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(Confianza Cero)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29184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sistema, ni siquiera dentro del gobierno uruguayo, confía por defecto en otro. Todo acceso a recursos físicos o críticos requiere autenticación multifactor y validación de contexto.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092A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Diseñando para el ecosistema uruguayo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con el Marco de Ciberseguridad de Uruguay y la Ley 18.331 no es solo un trámite legal: es un desafío de arquitectura de software.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normativas nacionales con estándares internacionales (ISO 27010) exige dejar atrás los despliegues manuales.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IaC y arquitecturas híbridas son la única forma de garantizar escalabilidad tecnológica sin comprometer la soberanía legal y la seguridad de los ciudadanos uruguayos.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0789920" cy="1463040"/>
          </a:xfrm>
          <a:prstGeom prst="roundRect">
            <a:avLst>
              <a:gd name="adj" fmla="val 5625"/>
            </a:avLst>
          </a:prstGeom>
          <a:solidFill>
            <a:srgbClr val="092A49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28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cierre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3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¿Diseñamos un diagrama técnico de arquitectura que muestre cómo se comunicaría un clúster local en Uruguay con una nube pública, cumpliendo estrictamente con la Ley 18.331?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27010 · MCU Uruguay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2026-08-10T02:03:42Z</dcterms:created>
  <dcterms:modified xsi:type="dcterms:W3CDTF">2026-08-10T02:03:42Z</dcterms:modified>
</cp:coreProperties>
</file>